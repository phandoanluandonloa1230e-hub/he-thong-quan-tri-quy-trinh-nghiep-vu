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eo Sans Bold" charset="1" panose="020B0804030504040204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Heavy" charset="1" panose="00000A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0E0FF">
                    <a:alpha val="55000"/>
                  </a:srgbClr>
                </a:gs>
                <a:gs pos="100000">
                  <a:srgbClr val="1E53A0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92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5255366" y="2293091"/>
            <a:ext cx="4114800" cy="680812"/>
          </a:xfrm>
          <a:custGeom>
            <a:avLst/>
            <a:gdLst/>
            <a:ahLst/>
            <a:cxnLst/>
            <a:rect r="r" b="b" t="t" l="l"/>
            <a:pathLst>
              <a:path h="680812" w="4114800">
                <a:moveTo>
                  <a:pt x="4114800" y="0"/>
                </a:moveTo>
                <a:lnTo>
                  <a:pt x="0" y="0"/>
                </a:lnTo>
                <a:lnTo>
                  <a:pt x="0" y="680813"/>
                </a:lnTo>
                <a:lnTo>
                  <a:pt x="4114800" y="680813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32634" y="3295650"/>
            <a:ext cx="12222732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b="true" sz="11899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IT SOLUTIONS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81288" y="4876800"/>
            <a:ext cx="12925424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b="true" sz="11899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&amp; TECHNOLOGY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48267" y="8082674"/>
            <a:ext cx="4114800" cy="680812"/>
          </a:xfrm>
          <a:custGeom>
            <a:avLst/>
            <a:gdLst/>
            <a:ahLst/>
            <a:cxnLst/>
            <a:rect r="r" b="b" t="t" l="l"/>
            <a:pathLst>
              <a:path h="680812" w="4114800">
                <a:moveTo>
                  <a:pt x="0" y="0"/>
                </a:moveTo>
                <a:lnTo>
                  <a:pt x="4114800" y="0"/>
                </a:lnTo>
                <a:lnTo>
                  <a:pt x="4114800" y="680812"/>
                </a:lnTo>
                <a:lnTo>
                  <a:pt x="0" y="68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9CD6">
                <a:alpha val="100000"/>
              </a:srgbClr>
            </a:gs>
            <a:gs pos="100000">
              <a:srgbClr val="00186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2716">
            <a:off x="-5254607" y="-6443278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8" y="0"/>
                </a:lnTo>
                <a:lnTo>
                  <a:pt x="12888958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667374" y="7293954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8" y="0"/>
                </a:lnTo>
                <a:lnTo>
                  <a:pt x="12888958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8049" y="2431536"/>
            <a:ext cx="6423648" cy="6306855"/>
          </a:xfrm>
          <a:custGeom>
            <a:avLst/>
            <a:gdLst/>
            <a:ahLst/>
            <a:cxnLst/>
            <a:rect r="r" b="b" t="t" l="l"/>
            <a:pathLst>
              <a:path h="6306855" w="6423648">
                <a:moveTo>
                  <a:pt x="0" y="0"/>
                </a:moveTo>
                <a:lnTo>
                  <a:pt x="6423649" y="0"/>
                </a:lnTo>
                <a:lnTo>
                  <a:pt x="6423649" y="6306854"/>
                </a:lnTo>
                <a:lnTo>
                  <a:pt x="0" y="6306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310142" y="2895103"/>
            <a:ext cx="5246370" cy="52463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53727" t="0" r="-1868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96079" y="2656978"/>
            <a:ext cx="8344894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1899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2444" y="4822309"/>
            <a:ext cx="717756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 specializes in delivering comprehensive IT solutions, from infrastructure setup to software development, helping businesses optimize their operations with technology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6344" y="2163733"/>
            <a:ext cx="10725909" cy="10530893"/>
          </a:xfrm>
          <a:custGeom>
            <a:avLst/>
            <a:gdLst/>
            <a:ahLst/>
            <a:cxnLst/>
            <a:rect r="r" b="b" t="t" l="l"/>
            <a:pathLst>
              <a:path h="10530893" w="10725909">
                <a:moveTo>
                  <a:pt x="0" y="0"/>
                </a:moveTo>
                <a:lnTo>
                  <a:pt x="10725909" y="0"/>
                </a:lnTo>
                <a:lnTo>
                  <a:pt x="10725909" y="10530892"/>
                </a:lnTo>
                <a:lnTo>
                  <a:pt x="0" y="1053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18388" y="2937776"/>
            <a:ext cx="8760145" cy="87601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624" t="0" r="-3104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-1841395" y="8048208"/>
            <a:ext cx="10011099" cy="1474362"/>
          </a:xfrm>
          <a:custGeom>
            <a:avLst/>
            <a:gdLst/>
            <a:ahLst/>
            <a:cxnLst/>
            <a:rect r="r" b="b" t="t" l="l"/>
            <a:pathLst>
              <a:path h="1474362" w="10011099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68702" y="9267825"/>
            <a:ext cx="132088" cy="1320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99517" y="9427951"/>
            <a:ext cx="132088" cy="1320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7242" y="2642501"/>
            <a:ext cx="5625247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1899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CLOUD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6205" y="5993075"/>
            <a:ext cx="6353499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 provides customized cloud infrastructure, offering flexibility, scalability, and cost-effectiveness, empowering businesses to grow seamlessly.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7242" y="4326281"/>
            <a:ext cx="7466758" cy="161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1"/>
              </a:lnSpc>
            </a:pPr>
            <a:r>
              <a:rPr lang="en-US" sz="9426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COMPUTING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9CD6">
                <a:alpha val="100000"/>
              </a:srgbClr>
            </a:gs>
            <a:gs pos="100000">
              <a:srgbClr val="00186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278" y="2174820"/>
            <a:ext cx="12783009" cy="192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0"/>
              </a:lnSpc>
            </a:pPr>
            <a:r>
              <a:rPr lang="en-US" sz="11241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COMPREHENSIVE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278" y="3579200"/>
            <a:ext cx="11259125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1899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IT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6666" y="6645989"/>
            <a:ext cx="340257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Proactive monitoring and maintenance of IT infrastructure.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52257" y="6645989"/>
            <a:ext cx="340257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Scalable cloud computing and storage options.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0051" y="6645989"/>
            <a:ext cx="283447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protection against digital threats.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6666" y="6036389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210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MANAGED IT SERVICES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52257" y="6036389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210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CLOUD SOLUTIONS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60051" y="6036389"/>
            <a:ext cx="39182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b="true" sz="210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CYBER SECURITY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531234" y="8678624"/>
            <a:ext cx="4114800" cy="680812"/>
          </a:xfrm>
          <a:custGeom>
            <a:avLst/>
            <a:gdLst/>
            <a:ahLst/>
            <a:cxnLst/>
            <a:rect r="r" b="b" t="t" l="l"/>
            <a:pathLst>
              <a:path h="680812" w="4114800">
                <a:moveTo>
                  <a:pt x="0" y="0"/>
                </a:moveTo>
                <a:lnTo>
                  <a:pt x="4114800" y="0"/>
                </a:lnTo>
                <a:lnTo>
                  <a:pt x="4114800" y="680813"/>
                </a:lnTo>
                <a:lnTo>
                  <a:pt x="0" y="680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6090037">
            <a:off x="12892307" y="-274372"/>
            <a:ext cx="14861992" cy="10835743"/>
          </a:xfrm>
          <a:custGeom>
            <a:avLst/>
            <a:gdLst/>
            <a:ahLst/>
            <a:cxnLst/>
            <a:rect r="r" b="b" t="t" l="l"/>
            <a:pathLst>
              <a:path h="10835743" w="14861992">
                <a:moveTo>
                  <a:pt x="0" y="0"/>
                </a:moveTo>
                <a:lnTo>
                  <a:pt x="14861992" y="0"/>
                </a:lnTo>
                <a:lnTo>
                  <a:pt x="14861992" y="10835744"/>
                </a:lnTo>
                <a:lnTo>
                  <a:pt x="0" y="1083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833290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593725"/>
            </a:xfrm>
            <a:custGeom>
              <a:avLst/>
              <a:gdLst/>
              <a:ahLst/>
              <a:cxnLst/>
              <a:rect r="r" b="b" t="t" l="l"/>
              <a:pathLst>
                <a:path h="1593725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8100"/>
            <a:ext cx="18288000" cy="10325100"/>
            <a:chOff x="0" y="0"/>
            <a:chExt cx="4816593" cy="2719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19368"/>
            </a:xfrm>
            <a:custGeom>
              <a:avLst/>
              <a:gdLst/>
              <a:ahLst/>
              <a:cxnLst/>
              <a:rect r="r" b="b" t="t" l="l"/>
              <a:pathLst>
                <a:path h="27193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9368"/>
                  </a:lnTo>
                  <a:lnTo>
                    <a:pt x="0" y="2719368"/>
                  </a:lnTo>
                  <a:close/>
                </a:path>
              </a:pathLst>
            </a:custGeom>
            <a:gradFill rotWithShape="true">
              <a:gsLst>
                <a:gs pos="0">
                  <a:srgbClr val="00E0FF">
                    <a:alpha val="55000"/>
                  </a:srgbClr>
                </a:gs>
                <a:gs pos="100000">
                  <a:srgbClr val="1E53A0">
                    <a:alpha val="55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2786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9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07241" y="2541270"/>
            <a:ext cx="11673519" cy="303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9"/>
              </a:lnSpc>
            </a:pPr>
            <a:r>
              <a:rPr lang="en-US" b="true" sz="9399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ADVANCED CYBERSECURITY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10621" y="5398770"/>
            <a:ext cx="7466758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1"/>
              </a:lnSpc>
            </a:pPr>
            <a:r>
              <a:rPr lang="en-US" b="true" sz="9426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SERVICES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32081" y="7113270"/>
            <a:ext cx="8223838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 cyber threats on the rise, Thynk Unlimited offers end-to-end cybersecurity solutions, including threat detection, risk assessment, and data protection.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-2864719" y="7851244"/>
            <a:ext cx="10011099" cy="1474362"/>
          </a:xfrm>
          <a:custGeom>
            <a:avLst/>
            <a:gdLst/>
            <a:ahLst/>
            <a:cxnLst/>
            <a:rect r="r" b="b" t="t" l="l"/>
            <a:pathLst>
              <a:path h="1474362" w="10011099">
                <a:moveTo>
                  <a:pt x="10011099" y="0"/>
                </a:moveTo>
                <a:lnTo>
                  <a:pt x="0" y="0"/>
                </a:lnTo>
                <a:lnTo>
                  <a:pt x="0" y="1474362"/>
                </a:lnTo>
                <a:lnTo>
                  <a:pt x="10011099" y="1474362"/>
                </a:lnTo>
                <a:lnTo>
                  <a:pt x="100110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45378" y="9070861"/>
            <a:ext cx="132088" cy="13208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76192" y="9230987"/>
            <a:ext cx="132088" cy="13208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true" rot="0">
            <a:off x="14089111" y="2438508"/>
            <a:ext cx="10011099" cy="1474362"/>
          </a:xfrm>
          <a:custGeom>
            <a:avLst/>
            <a:gdLst/>
            <a:ahLst/>
            <a:cxnLst/>
            <a:rect r="r" b="b" t="t" l="l"/>
            <a:pathLst>
              <a:path h="1474362" w="10011099">
                <a:moveTo>
                  <a:pt x="0" y="1474362"/>
                </a:moveTo>
                <a:lnTo>
                  <a:pt x="10011099" y="1474362"/>
                </a:lnTo>
                <a:lnTo>
                  <a:pt x="10011099" y="0"/>
                </a:lnTo>
                <a:lnTo>
                  <a:pt x="0" y="0"/>
                </a:lnTo>
                <a:lnTo>
                  <a:pt x="0" y="14743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117686" y="2391514"/>
            <a:ext cx="132088" cy="13208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66464" y="2552057"/>
            <a:ext cx="132088" cy="13208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30615" y="7916720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62220" y="7916720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81414" y="2183021"/>
            <a:ext cx="6792774" cy="6669269"/>
          </a:xfrm>
          <a:custGeom>
            <a:avLst/>
            <a:gdLst/>
            <a:ahLst/>
            <a:cxnLst/>
            <a:rect r="r" b="b" t="t" l="l"/>
            <a:pathLst>
              <a:path h="6669269" w="6792774">
                <a:moveTo>
                  <a:pt x="0" y="0"/>
                </a:moveTo>
                <a:lnTo>
                  <a:pt x="6792773" y="0"/>
                </a:lnTo>
                <a:lnTo>
                  <a:pt x="6792773" y="6669269"/>
                </a:lnTo>
                <a:lnTo>
                  <a:pt x="0" y="666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028680" y="2683215"/>
            <a:ext cx="5547845" cy="55478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4786" t="0" r="-4478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5792" y="2266720"/>
            <a:ext cx="8268973" cy="195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5792" y="3864402"/>
            <a:ext cx="8268973" cy="161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1"/>
              </a:lnSpc>
            </a:pPr>
            <a:r>
              <a:rPr lang="en-US" sz="9426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DEVLOPMENT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5792" y="5508131"/>
            <a:ext cx="7318587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 develops tailored software applications to meet specific business needs, ensuring efficiency and competitive advantage through innovation.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9CD6">
                <a:alpha val="100000"/>
              </a:srgbClr>
            </a:gs>
            <a:gs pos="100000">
              <a:srgbClr val="00186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916493"/>
            <a:ext cx="18288000" cy="2370507"/>
          </a:xfrm>
          <a:custGeom>
            <a:avLst/>
            <a:gdLst/>
            <a:ahLst/>
            <a:cxnLst/>
            <a:rect r="r" b="b" t="t" l="l"/>
            <a:pathLst>
              <a:path h="2370507" w="18288000">
                <a:moveTo>
                  <a:pt x="0" y="0"/>
                </a:moveTo>
                <a:lnTo>
                  <a:pt x="18288000" y="0"/>
                </a:lnTo>
                <a:lnTo>
                  <a:pt x="18288000" y="2370507"/>
                </a:lnTo>
                <a:lnTo>
                  <a:pt x="0" y="237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224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86" y="2069194"/>
            <a:ext cx="5742151" cy="5637748"/>
          </a:xfrm>
          <a:custGeom>
            <a:avLst/>
            <a:gdLst/>
            <a:ahLst/>
            <a:cxnLst/>
            <a:rect r="r" b="b" t="t" l="l"/>
            <a:pathLst>
              <a:path h="5637748" w="5742151">
                <a:moveTo>
                  <a:pt x="0" y="0"/>
                </a:moveTo>
                <a:lnTo>
                  <a:pt x="5742151" y="0"/>
                </a:lnTo>
                <a:lnTo>
                  <a:pt x="5742151" y="5637749"/>
                </a:lnTo>
                <a:lnTo>
                  <a:pt x="0" y="5637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067340" y="2492024"/>
            <a:ext cx="4689772" cy="468977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303" t="0" r="-4892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21763" y="2460278"/>
            <a:ext cx="8268973" cy="195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STRATEGIC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1763" y="4057960"/>
            <a:ext cx="9153869" cy="161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1"/>
              </a:lnSpc>
            </a:pPr>
            <a:r>
              <a:rPr lang="en-US" sz="9426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IT CONSULTING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1763" y="5658117"/>
            <a:ext cx="827035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expert consultants provide strategic IT guidance, helping businesses align technology with their long-term goals for sustainable growth.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1860">
                <a:alpha val="100000"/>
              </a:srgbClr>
            </a:gs>
            <a:gs pos="100000">
              <a:srgbClr val="019CD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047225">
            <a:off x="11517272" y="-5096314"/>
            <a:ext cx="15496850" cy="11298612"/>
          </a:xfrm>
          <a:custGeom>
            <a:avLst/>
            <a:gdLst/>
            <a:ahLst/>
            <a:cxnLst/>
            <a:rect r="r" b="b" t="t" l="l"/>
            <a:pathLst>
              <a:path h="11298612" w="15496850">
                <a:moveTo>
                  <a:pt x="0" y="0"/>
                </a:moveTo>
                <a:lnTo>
                  <a:pt x="15496850" y="0"/>
                </a:lnTo>
                <a:lnTo>
                  <a:pt x="15496850" y="11298612"/>
                </a:lnTo>
                <a:lnTo>
                  <a:pt x="0" y="1129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09309" y="7164416"/>
            <a:ext cx="5998179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 develops tailored software applications to meet specific business needs, ensuring efficiency and competitive advantage through innovation.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2799" y="2401900"/>
            <a:ext cx="6129864" cy="245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85"/>
              </a:lnSpc>
            </a:pPr>
            <a:r>
              <a:rPr lang="en-US" sz="14321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2799" y="4273330"/>
            <a:ext cx="9125147" cy="218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5"/>
              </a:lnSpc>
            </a:pPr>
            <a:r>
              <a:rPr lang="en-US" sz="12771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ANALYSTIC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292629" y="7405527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500206" y="7405527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9CD6">
                <a:alpha val="100000"/>
              </a:srgbClr>
            </a:gs>
            <a:gs pos="100000">
              <a:srgbClr val="00186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958511" y="2092235"/>
            <a:ext cx="9541721" cy="9368235"/>
          </a:xfrm>
          <a:custGeom>
            <a:avLst/>
            <a:gdLst/>
            <a:ahLst/>
            <a:cxnLst/>
            <a:rect r="r" b="b" t="t" l="l"/>
            <a:pathLst>
              <a:path h="9368235" w="9541721">
                <a:moveTo>
                  <a:pt x="0" y="0"/>
                </a:moveTo>
                <a:lnTo>
                  <a:pt x="9541721" y="0"/>
                </a:lnTo>
                <a:lnTo>
                  <a:pt x="9541721" y="9368235"/>
                </a:lnTo>
                <a:lnTo>
                  <a:pt x="0" y="936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049305" y="2809395"/>
            <a:ext cx="7792986" cy="779298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655230" y="7599850"/>
            <a:ext cx="11261083" cy="1658450"/>
          </a:xfrm>
          <a:custGeom>
            <a:avLst/>
            <a:gdLst/>
            <a:ahLst/>
            <a:cxnLst/>
            <a:rect r="r" b="b" t="t" l="l"/>
            <a:pathLst>
              <a:path h="1658450" w="11261083">
                <a:moveTo>
                  <a:pt x="0" y="0"/>
                </a:moveTo>
                <a:lnTo>
                  <a:pt x="11261083" y="0"/>
                </a:lnTo>
                <a:lnTo>
                  <a:pt x="11261083" y="1658450"/>
                </a:lnTo>
                <a:lnTo>
                  <a:pt x="0" y="165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83805" y="9164312"/>
            <a:ext cx="132088" cy="1320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14318" y="8987700"/>
            <a:ext cx="132088" cy="1320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55230" y="2574578"/>
            <a:ext cx="9699320" cy="195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 b="true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INNOVATION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5230" y="4191310"/>
            <a:ext cx="9481675" cy="137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4"/>
              </a:lnSpc>
            </a:pPr>
            <a:r>
              <a:rPr lang="en-US" sz="8003" b="true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&amp; EMERGING 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55230" y="5743780"/>
            <a:ext cx="8415554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Thynk Unlimited stays ahead of the curve by integrating AI, machine learning, and IoT into its solutions, driving innovation and future-proofing businesses.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9CD6">
                <a:alpha val="100000"/>
              </a:srgbClr>
            </a:gs>
            <a:gs pos="100000">
              <a:srgbClr val="00186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1435"/>
            <a:ext cx="18288000" cy="10389870"/>
            <a:chOff x="0" y="0"/>
            <a:chExt cx="2833290" cy="160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1609663"/>
            </a:xfrm>
            <a:custGeom>
              <a:avLst/>
              <a:gdLst/>
              <a:ahLst/>
              <a:cxnLst/>
              <a:rect r="r" b="b" t="t" l="l"/>
              <a:pathLst>
                <a:path h="1609663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1609663"/>
                  </a:lnTo>
                  <a:lnTo>
                    <a:pt x="0" y="1609663"/>
                  </a:lnTo>
                  <a:close/>
                </a:path>
              </a:pathLst>
            </a:custGeom>
            <a:blipFill>
              <a:blip r:embed="rId2"/>
              <a:stretch>
                <a:fillRect l="-499" t="0" r="-49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8100"/>
            <a:ext cx="18288000" cy="10325100"/>
            <a:chOff x="0" y="0"/>
            <a:chExt cx="4816593" cy="2719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2719368"/>
            </a:xfrm>
            <a:custGeom>
              <a:avLst/>
              <a:gdLst/>
              <a:ahLst/>
              <a:cxnLst/>
              <a:rect r="r" b="b" t="t" l="l"/>
              <a:pathLst>
                <a:path h="27193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19368"/>
                  </a:lnTo>
                  <a:lnTo>
                    <a:pt x="0" y="2719368"/>
                  </a:lnTo>
                  <a:close/>
                </a:path>
              </a:pathLst>
            </a:custGeom>
            <a:gradFill rotWithShape="true">
              <a:gsLst>
                <a:gs pos="0">
                  <a:srgbClr val="00E0FF">
                    <a:alpha val="63000"/>
                  </a:srgbClr>
                </a:gs>
                <a:gs pos="100000">
                  <a:srgbClr val="1E53A0">
                    <a:alpha val="63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2786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9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624599" y="731452"/>
            <a:ext cx="166255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8721" y="733665"/>
            <a:ext cx="1907082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6344" y="733665"/>
            <a:ext cx="1589190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29929" y="731452"/>
            <a:ext cx="2224975" cy="36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Thynk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Unlimited.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99289" y="2869882"/>
            <a:ext cx="8127373" cy="236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6"/>
              </a:lnSpc>
            </a:pPr>
            <a:r>
              <a:rPr lang="en-US" b="true" sz="13822">
                <a:solidFill>
                  <a:srgbClr val="FF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THANK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56972" y="2869882"/>
            <a:ext cx="5188840" cy="236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6"/>
              </a:lnSpc>
            </a:pPr>
            <a:r>
              <a:rPr lang="en-US" b="true" sz="13822">
                <a:solidFill>
                  <a:srgbClr val="00FFFF"/>
                </a:solidFill>
                <a:latin typeface="Neo Sans Bold"/>
                <a:ea typeface="Neo Sans Bold"/>
                <a:cs typeface="Neo Sans Bold"/>
                <a:sym typeface="Neo Sans Bold"/>
              </a:rPr>
              <a:t>YOU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98043" y="5153025"/>
            <a:ext cx="7891915" cy="120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Ready to transform your business with cutting-edge IT solutions? Contact Thynk Unlimited today to explore how we can help your business thrive.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791360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42416" y="8791360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hello@reallygreatsite.com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96029" y="880674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DAG7ll2wSdk</dc:identifier>
  <dcterms:modified xsi:type="dcterms:W3CDTF">2011-08-01T06:04:30Z</dcterms:modified>
  <cp:revision>1</cp:revision>
  <dc:title>Blue Gradient Modern IT Solutions &amp; Technology Presentation</dc:title>
</cp:coreProperties>
</file>